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4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1945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渝山东方美学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77240" y="34290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商业计划书 · v1.6.1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77240" y="42062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EF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把传统文化的厚度，做成现代人愿意买单的东方美学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4754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摄影 · 自媒体引流 · 文创用品（含「山海有灵」山海经神兽系列）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59436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春　|　内部保密文件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本计划书概览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9050">
            <a:solidFill>
              <a:srgbClr val="C9A2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5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渝山东方美学 · 商业计划书 v1.6.1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1097280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C8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项目定位：以东方美学为内核的人像写真 + 命主画像 + 美学纪念册 + 文创产品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合作升级：与易学老师从「单一摄影分成」升级为 摄影 + 自媒体 + 文创 三板块全面合作</a:t>
            </a:r>
            <a:endParaRPr lang="en-US" sz="1600" dirty="0"/>
          </a:p>
          <a:p>
            <a:pPr lvl="1" marL="508000" indent="-2540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1C1C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首期 6 个月（1 月冷启动 + 3 月成长 + 2 月稳定）</a:t>
            </a:r>
            <a:endParaRPr lang="en-US" sz="1600" dirty="0"/>
          </a:p>
          <a:p>
            <a:pPr lvl="1" marL="508000" indent="-2540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1C1C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三大产品线：摄影服务 / 数字与实物文创 / 收藏级潮玩 IP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公司架构：放大期分设 A 传媒 + B 文创，老师以独立文化顾问参与（三重切割）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A5A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贯穿始终的合规底线：不算命 / 无功效宣称 / AIGC 标识 / 实拍铁律 / 隐私保护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BUSINESS MODEL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三板块全面合作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9050">
            <a:solidFill>
              <a:srgbClr val="C9A2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5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渝山东方美学 · 商业计划书 v1.6.1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72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06240"/>
                <a:gridCol w="2377440"/>
                <a:gridCol w="23774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板块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做什么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运营主体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老师角色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摄影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写真 + 命主画像 + 美学纪念册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传媒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文化把关（幕后）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自媒体引流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国内不出镜 / 国外出镜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传媒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海外出镜讲解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文创用品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易耗 / 中价值 / 高端三档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文创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题材文化顾问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4663440"/>
            <a:ext cx="1097280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C8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一份客户资源，三种变现：拍摄获客 → 文创复购 → 收藏溢价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PHOTOGRAPHY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摄影项目：核心获客与信任入口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9050">
            <a:solidFill>
              <a:srgbClr val="C9A2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5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渝山东方美学 · 商业计划书 v1.6.1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1097280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产品：东方美学写真套餐 + 命主画像 + 美学纪念册（A/B/C 档色卡捆绑）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项优化：批量拍摄日 / 文创加购 / AI 背景模板库 / 老师幕后化 / 外景节气 / 预约定金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3A5A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实拍铁律：人像 100% 实拍，AI 仅用于无人脸背景，绝不换脸 / 网图</a:t>
            </a:r>
            <a:endParaRPr lang="en-US" sz="1600" dirty="0"/>
          </a:p>
          <a:p>
            <a:pPr lvl="1" marL="508000" indent="-2540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1C1C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 7 条：肖像逐项授权 / 海外二次授权 / 未成年人保护 / AIGC 告知 / 场地资质 / 出生信息最小必要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CULTURAL PRODUCTS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文创产品线：三档矩阵覆盖人群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9050">
            <a:solidFill>
              <a:srgbClr val="C9A2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5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渝山东方美学 · 商业计划书 v1.6.1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743200"/>
                <a:gridCol w="3200400"/>
                <a:gridCol w="3200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档位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价格带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目标人群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代表 SKU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易耗品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¥9.9–99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学生 / 年轻白领 / 引流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壁纸数字包 · 书签 · 明信片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中价值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¥199–999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白领自用 / 轻送礼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命主画像数字版 · 丝巾 · 美学纪念册 · 香薰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高端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¥1,999–30,000+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高净值 / 收藏 / 企业 B 端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装裱微喷 · 套装 · 限量手办 · 定制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4663440"/>
            <a:ext cx="1097280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C8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预售 + 小批量启动（M4+），降低库存压力；不挤占首期 ¥38,100 预算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IP HIGHLIGHT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亮点 IP：「山海有灵」山海经神兽系列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9050">
            <a:solidFill>
              <a:srgbClr val="C9A2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5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渝山东方美学 · 商业计划书 v1.6.1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1097280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对标盲盒 / 毛绒挂件爆款，融合国风，做毛绒挂件 + 桌面摆件 + 收藏手办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已出图 6 只（白泽 / 九尾狐 / 饕餮 / 毕方 / 烛龙 / 当康）</a:t>
            </a:r>
            <a:endParaRPr lang="en-US" sz="1600" dirty="0"/>
          </a:p>
          <a:p>
            <a:pPr lvl="1" marL="508000" indent="-2540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1C1C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提示词与设计就绪：神兽谱 12 + 凶兽谱 12，共 30 只全系列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每只配介绍 + 小故事 + 设计尺寸参数 + 三级防伪（镭射码 / UV暗纹 / NFC+数字证书）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A5A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全系列含 AI 生成标识，凶兽走酷飒风、绝不恐怖血腥，无功效宣称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TRAFFIC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自媒体引流：国内不出镜 / 国外出镜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9050">
            <a:solidFill>
              <a:srgbClr val="C9A2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5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渝山东方美学 · 商业计划书 v1.6.1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1097280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C1C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国内：以美学内容为主，老师本人不出镜 —— 保护隐私、内容更稳妥合规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C1C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国外：老师本人出镜讲解东方文化，面向海外受众，发挥专业魅力</a:t>
            </a:r>
            <a:endParaRPr lang="en-US" sz="1600" dirty="0"/>
          </a:p>
          <a:p>
            <a:pPr lvl="1" marL="508000" indent="-2540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3A5A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主体分离 + 内容分级 + 数据出境合规（PIPL）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配套正版音乐库 + 商用授权字体，规避侵权（计入 AI/软件成本）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公司架构与老师风险隔离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9050">
            <a:solidFill>
              <a:srgbClr val="C9A2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5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渝山东方美学 · 商业计划书 v1.6.1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1097280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C1C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首期：个体户起步；放大期（M4+）分设两家公司</a:t>
            </a:r>
            <a:endParaRPr lang="en-US" sz="1600" dirty="0"/>
          </a:p>
          <a:p>
            <a:pPr lvl="1" marL="508000" indent="-2540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1C1C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传媒：服务 / 内容 / IP（摄影、自媒体、画像与美学纪念册）</a:t>
            </a:r>
            <a:endParaRPr lang="en-US" sz="1600" dirty="0"/>
          </a:p>
          <a:p>
            <a:pPr lvl="1" marL="508000" indent="-2540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1C1C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文创：产品 / 电商 / 供应链（文创 SKU、山海经潮玩）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C8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老师「三重切割」：股权 0 / 不任职 / 非合同主体，仅以自有个体户收顾问费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报酬：固定顾问费 + 封顶绩效（不按营业额分成，避免隐名股东风险）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A5A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底线：隔离须名实相符；各自独立担责，互不连累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COMPLIANCE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合规底线（项目最高优先级）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9050">
            <a:solidFill>
              <a:srgbClr val="C9A2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5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渝山东方美学 · 商业计划书 v1.6.1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1097280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C8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不算命、不看相、不做功效宣称（招财 / 辟邪 / 改运一律禁止）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AIGC 标识：含 AI 的图样与成品如实标注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实拍铁律 + 肖像 / 个人信息授权（PIPL 最小必要、可撤回）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知识产权：原创纹样登记、关键造型外观专利、商用字体与音乐授权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覆盖：广告法 / 个人信息保护法 / 数据安全法 / 玩具安全 / 平台规范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BUDGET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个月预算（含 AI / 软件成本）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9050">
            <a:solidFill>
              <a:srgbClr val="C9A2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5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渝山东方美学 · 商业计划书 v1.6.1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743200"/>
                <a:gridCol w="43891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大类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E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合规 / 资质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¥6,500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执照 + 商标 + 律师过审 + 加密存储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E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设备 / 软件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¥4,500→≈¥7,400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+Cursor/GPT/剪映会员（§16.5）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E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服装 / 场景 / 物料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≈¥8,000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服装 + 补光 + 印章样书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E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流量 + B 端 BD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≈¥10,300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抖音/小红书 + BD 见面/样品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E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颜料 + 内容 + 福利 + 机动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≈¥9,300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档颜料 + 外包 + 备用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E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合计（基础档）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≈¥41,000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 ¥38,100 + AI/软件 ≈¥2,900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669280"/>
            <a:ext cx="1097280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C8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进阶档（Adobe / GPT API）放 M4+ 放量期再开，避免前置烧钱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CASH 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前三个月支出（重投入期）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9050">
            <a:solidFill>
              <a:srgbClr val="C9A2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5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渝山东方美学 · 商业计划书 v1.6.1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728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926080"/>
                <a:gridCol w="51206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月份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现金流出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主要构成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 冷启动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¥10,742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商标 + 服装 + 设备一次性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M2 成长前段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¥7,843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律师过审 + 流量/BD 启动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M3 成长后段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¥11,113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档颜料 + 流量/BD 放量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 3 月合计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¥29,698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占 6 月预算 78%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4846320"/>
            <a:ext cx="1097280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C8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建议留足 ¥30,000 启动现金 + ¥10,000 应急；文创/公司设立费属 M4+ 追加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REVENUE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收入模型与增长路径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9050">
            <a:solidFill>
              <a:srgbClr val="C9A2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5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渝山东方美学 · 商业计划书 v1.6.1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1097280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摄影套餐 + 美学纪念册：基础现金流（含 ¥1,999–3,999 年度订阅高定）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文创复购：易耗品引流 → 中价值转化 → 高端/收藏溢价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端合作：企业/机构定制与增值服务（单家目标突破万元）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A5A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海外自媒体：内容沉淀 + 海外文创/IP 变现的第二曲线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C8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增长逻辑：用低门槛引流锁客，用 IP 与收藏款拉高客单与品牌溢价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MILESTONES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里程碑（首期 6 个月）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9050">
            <a:solidFill>
              <a:srgbClr val="C9A2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5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渝山东方美学 · 商业计划书 v1.6.1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64008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重点目标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冷启动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搭基础 / 出样片 / 定调性 / 合规与商标落地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成长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M2–M4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内容起量 / B 端洽谈 / 文创试水 / C 档量产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M5–M6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跑通模型 / 收藏款与海外内容放量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RISK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关键风险与对策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9050">
            <a:solidFill>
              <a:srgbClr val="C9A2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5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渝山东方美学 · 商业计划书 v1.6.1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728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1323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风险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对策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合规/封建迷信红线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全线美学化表达 + 法务过审 + 红黑词清单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现金流前置压力大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留足启动+应急金；文创/公司费放 M4+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仿冒侵蚀收藏价值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三级防伪 + 验真小程序 + 外观专利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4A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老师关联风险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1C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三重切割 + 顾问费替代分成 + 名实相符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ANTI-COUNTERFEIT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防伪与品牌保护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9050">
            <a:solidFill>
              <a:srgbClr val="C9A2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5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渝山东方美学 · 商业计划书 v1.6.1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1097280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C1C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三级防伪：L1 镭射码+刮码 / L2 UV暗纹+微缩+钢印 / L3 NFC+数字证书</a:t>
            </a:r>
            <a:endParaRPr lang="en-US" sz="1600" dirty="0"/>
          </a:p>
          <a:p>
            <a:pPr lvl="1" marL="508000" indent="-2540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1C1C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原创「灵纹」隐藏暗记（每只神兽专属，仿品难复刻）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验真小程序：免登录验真、PIPL 最小必要、无功效宣称、数据安全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C1C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IP 治本：原创纹样版权登记 + 关键造型外观专利 + 商标注册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C8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按档位投入：NFC+证书压在高溢价收藏款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4A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9050">
            <a:solidFill>
              <a:srgbClr val="C9A2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5B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渝山东方美学 · 商业计划书 v1.6.1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1097280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C1C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与易学老师对齐合作范围与报酬，签《文化顾问服务协议》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C1C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完成个体户/商标落地，启动 M1 冷启动与样片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C1C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山海经系列分批出图 → 打样 → 预售上线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C1C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搭建验真小程序与海外自媒体账号矩阵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52120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C831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把东方美学做成一件既漂亮、又长久、又安心的事。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渝山东方美学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渝山东方美学 · 商业计划书</dc:title>
  <dc:subject>商业计划书 v1.6.1</dc:subject>
  <dc:creator>渝山东方美学</dc:creator>
  <cp:lastModifiedBy>渝山东方美学</cp:lastModifiedBy>
  <cp:revision>1</cp:revision>
  <dcterms:created xsi:type="dcterms:W3CDTF">2026-06-04T10:06:10Z</dcterms:created>
  <dcterms:modified xsi:type="dcterms:W3CDTF">2026-06-04T10:06:10Z</dcterms:modified>
</cp:coreProperties>
</file>